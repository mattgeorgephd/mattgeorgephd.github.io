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23" autoAdjust="0"/>
    <p:restoredTop sz="94660"/>
  </p:normalViewPr>
  <p:slideViewPr>
    <p:cSldViewPr snapToGrid="0">
      <p:cViewPr>
        <p:scale>
          <a:sx n="150" d="100"/>
          <a:sy n="150" d="100"/>
        </p:scale>
        <p:origin x="2956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tx1"/>
                </a:solidFill>
                <a:prstDash val="sysDot"/>
              </a:ln>
              <a:effectLst/>
            </c:spPr>
            <c:trendlineType val="linear"/>
            <c:forward val="10"/>
            <c:backward val="50"/>
            <c:intercept val="0"/>
            <c:dispRSqr val="1"/>
            <c:dispEq val="1"/>
            <c:trendlineLbl>
              <c:layout>
                <c:manualLayout>
                  <c:x val="-0.41858778754278259"/>
                  <c:y val="-0.25248163794125966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</c:trendlineLbl>
          </c:trendline>
          <c:xVal>
            <c:numRef>
              <c:f>Sheet1!$B$3:$B$33</c:f>
              <c:numCache>
                <c:formatCode>General</c:formatCode>
                <c:ptCount val="31"/>
                <c:pt idx="0">
                  <c:v>81</c:v>
                </c:pt>
                <c:pt idx="1">
                  <c:v>55.6</c:v>
                </c:pt>
                <c:pt idx="2">
                  <c:v>60.4</c:v>
                </c:pt>
                <c:pt idx="3">
                  <c:v>76</c:v>
                </c:pt>
                <c:pt idx="4">
                  <c:v>56.3</c:v>
                </c:pt>
                <c:pt idx="5">
                  <c:v>79.599999999999994</c:v>
                </c:pt>
                <c:pt idx="6">
                  <c:v>75.2</c:v>
                </c:pt>
                <c:pt idx="7">
                  <c:v>80.7</c:v>
                </c:pt>
                <c:pt idx="8">
                  <c:v>101.6</c:v>
                </c:pt>
                <c:pt idx="9">
                  <c:v>82.1</c:v>
                </c:pt>
                <c:pt idx="10">
                  <c:v>67.2</c:v>
                </c:pt>
                <c:pt idx="11">
                  <c:v>90.4</c:v>
                </c:pt>
                <c:pt idx="12">
                  <c:v>59.8</c:v>
                </c:pt>
                <c:pt idx="13">
                  <c:v>79.900000000000006</c:v>
                </c:pt>
                <c:pt idx="14">
                  <c:v>103.5</c:v>
                </c:pt>
                <c:pt idx="15">
                  <c:v>93.4</c:v>
                </c:pt>
                <c:pt idx="16">
                  <c:v>114.2</c:v>
                </c:pt>
                <c:pt idx="17">
                  <c:v>90</c:v>
                </c:pt>
                <c:pt idx="18">
                  <c:v>71.400000000000006</c:v>
                </c:pt>
                <c:pt idx="19">
                  <c:v>64.3</c:v>
                </c:pt>
                <c:pt idx="20">
                  <c:v>63.1</c:v>
                </c:pt>
                <c:pt idx="21">
                  <c:v>75.8</c:v>
                </c:pt>
                <c:pt idx="22">
                  <c:v>68.3</c:v>
                </c:pt>
                <c:pt idx="23">
                  <c:v>76.900000000000006</c:v>
                </c:pt>
                <c:pt idx="24">
                  <c:v>80.2</c:v>
                </c:pt>
                <c:pt idx="25">
                  <c:v>116.5</c:v>
                </c:pt>
                <c:pt idx="26">
                  <c:v>55.1</c:v>
                </c:pt>
                <c:pt idx="27">
                  <c:v>58.8</c:v>
                </c:pt>
                <c:pt idx="28">
                  <c:v>63.6</c:v>
                </c:pt>
                <c:pt idx="29">
                  <c:v>65.2</c:v>
                </c:pt>
                <c:pt idx="30">
                  <c:v>79.3</c:v>
                </c:pt>
              </c:numCache>
            </c:numRef>
          </c:xVal>
          <c:yVal>
            <c:numRef>
              <c:f>Sheet1!$C$3:$C$33</c:f>
              <c:numCache>
                <c:formatCode>General</c:formatCode>
                <c:ptCount val="31"/>
                <c:pt idx="0">
                  <c:v>500</c:v>
                </c:pt>
                <c:pt idx="1">
                  <c:v>242</c:v>
                </c:pt>
                <c:pt idx="2">
                  <c:v>88.2</c:v>
                </c:pt>
                <c:pt idx="3">
                  <c:v>416</c:v>
                </c:pt>
                <c:pt idx="4">
                  <c:v>104</c:v>
                </c:pt>
                <c:pt idx="5">
                  <c:v>262</c:v>
                </c:pt>
                <c:pt idx="6">
                  <c:v>53.8</c:v>
                </c:pt>
                <c:pt idx="7">
                  <c:v>59.4</c:v>
                </c:pt>
                <c:pt idx="8">
                  <c:v>656</c:v>
                </c:pt>
                <c:pt idx="9">
                  <c:v>644</c:v>
                </c:pt>
                <c:pt idx="10">
                  <c:v>330</c:v>
                </c:pt>
                <c:pt idx="11">
                  <c:v>238</c:v>
                </c:pt>
                <c:pt idx="12">
                  <c:v>28.4</c:v>
                </c:pt>
                <c:pt idx="13">
                  <c:v>38</c:v>
                </c:pt>
                <c:pt idx="14">
                  <c:v>298</c:v>
                </c:pt>
                <c:pt idx="15">
                  <c:v>524</c:v>
                </c:pt>
                <c:pt idx="16">
                  <c:v>884</c:v>
                </c:pt>
                <c:pt idx="17">
                  <c:v>706</c:v>
                </c:pt>
                <c:pt idx="18">
                  <c:v>177</c:v>
                </c:pt>
                <c:pt idx="19">
                  <c:v>92</c:v>
                </c:pt>
                <c:pt idx="20">
                  <c:v>190</c:v>
                </c:pt>
                <c:pt idx="21">
                  <c:v>318</c:v>
                </c:pt>
                <c:pt idx="22">
                  <c:v>204</c:v>
                </c:pt>
                <c:pt idx="23">
                  <c:v>464</c:v>
                </c:pt>
                <c:pt idx="24">
                  <c:v>724</c:v>
                </c:pt>
                <c:pt idx="25">
                  <c:v>414</c:v>
                </c:pt>
                <c:pt idx="26">
                  <c:v>104</c:v>
                </c:pt>
                <c:pt idx="27">
                  <c:v>49.6</c:v>
                </c:pt>
                <c:pt idx="28">
                  <c:v>342</c:v>
                </c:pt>
                <c:pt idx="29">
                  <c:v>10.6</c:v>
                </c:pt>
                <c:pt idx="30">
                  <c:v>344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D97-48DD-9E28-4C2027F13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4410655"/>
        <c:axId val="404412095"/>
      </c:scatterChart>
      <c:valAx>
        <c:axId val="404410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412095"/>
        <c:crosses val="autoZero"/>
        <c:crossBetween val="midCat"/>
      </c:valAx>
      <c:valAx>
        <c:axId val="4044120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410655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2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59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8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6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6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3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4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4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8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5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5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90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2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6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658285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9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658285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1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7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43417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7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1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8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409F3-239D-4FEE-A48C-7836114021D6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EDDAF-E029-4DED-984F-F7DF66759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DF46E60E-E6A9-17FD-77A2-BFECE9C6BE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3224336"/>
              </p:ext>
            </p:extLst>
          </p:nvPr>
        </p:nvGraphicFramePr>
        <p:xfrm>
          <a:off x="593831" y="599370"/>
          <a:ext cx="3717925" cy="274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4362053-72A5-A7EC-5286-85AFEA70BA7E}"/>
              </a:ext>
            </a:extLst>
          </p:cNvPr>
          <p:cNvSpPr txBox="1"/>
          <p:nvPr/>
        </p:nvSpPr>
        <p:spPr>
          <a:xfrm rot="16200000">
            <a:off x="-347646" y="1559111"/>
            <a:ext cx="1513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DNA (ng ul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4395AB-A76C-03F4-2AC4-C85AF738B79E}"/>
              </a:ext>
            </a:extLst>
          </p:cNvPr>
          <p:cNvSpPr txBox="1"/>
          <p:nvPr/>
        </p:nvSpPr>
        <p:spPr>
          <a:xfrm>
            <a:off x="1315308" y="3383430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tissue wet weight (mg)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5E932-54B3-7064-D37E-E8B2E82A6D16}"/>
              </a:ext>
            </a:extLst>
          </p:cNvPr>
          <p:cNvSpPr txBox="1"/>
          <p:nvPr/>
        </p:nvSpPr>
        <p:spPr>
          <a:xfrm>
            <a:off x="4368551" y="1515885"/>
            <a:ext cx="1506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Sequencing requirement: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&gt; 20 ng ul</a:t>
            </a:r>
            <a:r>
              <a:rPr lang="en-US" baseline="30000" dirty="0"/>
              <a:t>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&gt; 1500 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07DA4-7B12-46CC-DCA7-FAEBE4DC3484}"/>
              </a:ext>
            </a:extLst>
          </p:cNvPr>
          <p:cNvSpPr txBox="1"/>
          <p:nvPr/>
        </p:nvSpPr>
        <p:spPr>
          <a:xfrm>
            <a:off x="4311756" y="870896"/>
            <a:ext cx="1671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50 </a:t>
            </a:r>
            <a:r>
              <a:rPr lang="en-US" u="sng" dirty="0" err="1"/>
              <a:t>ul</a:t>
            </a:r>
            <a:r>
              <a:rPr lang="en-US" u="sng" dirty="0"/>
              <a:t> elution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BE2B5-AA68-751E-9CF7-570D58CEE3D6}"/>
              </a:ext>
            </a:extLst>
          </p:cNvPr>
          <p:cNvCxnSpPr/>
          <p:nvPr/>
        </p:nvCxnSpPr>
        <p:spPr>
          <a:xfrm>
            <a:off x="1024716" y="2348006"/>
            <a:ext cx="30614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F1DCE6-ACBC-D648-C14B-350067E12046}"/>
              </a:ext>
            </a:extLst>
          </p:cNvPr>
          <p:cNvSpPr txBox="1"/>
          <p:nvPr/>
        </p:nvSpPr>
        <p:spPr>
          <a:xfrm>
            <a:off x="1024715" y="2116049"/>
            <a:ext cx="1671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~ 72 mg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4829DD-06EF-9025-DC7A-613DE986B43A}"/>
              </a:ext>
            </a:extLst>
          </p:cNvPr>
          <p:cNvSpPr txBox="1"/>
          <p:nvPr/>
        </p:nvSpPr>
        <p:spPr>
          <a:xfrm>
            <a:off x="4368551" y="2841065"/>
            <a:ext cx="1894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Recommendation</a:t>
            </a:r>
            <a:r>
              <a:rPr lang="en-US" dirty="0"/>
              <a:t>: sample at least 100 mg</a:t>
            </a:r>
          </a:p>
        </p:txBody>
      </p:sp>
    </p:spTree>
    <p:extLst>
      <p:ext uri="{BB962C8B-B14F-4D97-AF65-F5344CB8AC3E}">
        <p14:creationId xmlns:p14="http://schemas.microsoft.com/office/powerpoint/2010/main" val="802555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42</TotalTime>
  <Words>35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George</dc:creator>
  <cp:lastModifiedBy>Matt George</cp:lastModifiedBy>
  <cp:revision>1</cp:revision>
  <dcterms:created xsi:type="dcterms:W3CDTF">2023-04-18T20:17:29Z</dcterms:created>
  <dcterms:modified xsi:type="dcterms:W3CDTF">2023-04-18T20:59:57Z</dcterms:modified>
</cp:coreProperties>
</file>